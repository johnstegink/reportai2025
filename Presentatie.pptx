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8" r:id="rId1"/>
  </p:sldMasterIdLst>
  <p:notesMasterIdLst>
    <p:notesMasterId r:id="rId25"/>
  </p:notesMasterIdLst>
  <p:handoutMasterIdLst>
    <p:handoutMasterId r:id="rId26"/>
  </p:handoutMasterIdLst>
  <p:sldIdLst>
    <p:sldId id="258" r:id="rId2"/>
    <p:sldId id="260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8" r:id="rId11"/>
    <p:sldId id="277" r:id="rId12"/>
    <p:sldId id="279" r:id="rId13"/>
    <p:sldId id="280" r:id="rId14"/>
    <p:sldId id="281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4668"/>
  </p:normalViewPr>
  <p:slideViewPr>
    <p:cSldViewPr snapToGrid="0">
      <p:cViewPr varScale="1">
        <p:scale>
          <a:sx n="104" d="100"/>
          <a:sy n="104" d="100"/>
        </p:scale>
        <p:origin x="20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81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werkblad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Reeks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40-45BB-82C1-E2BD88AF78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Reeks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40-45BB-82C1-E2BD88AF78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Reeks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40-45BB-82C1-E2BD88AF7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86928160"/>
        <c:axId val="386927768"/>
      </c:barChart>
      <c:catAx>
        <c:axId val="386928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386927768"/>
        <c:crosses val="autoZero"/>
        <c:auto val="1"/>
        <c:lblAlgn val="ctr"/>
        <c:lblOffset val="100"/>
        <c:noMultiLvlLbl val="0"/>
      </c:catAx>
      <c:valAx>
        <c:axId val="386927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386928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055CF-8DEB-4A02-949A-DE72B6AC5D37}" type="doc">
      <dgm:prSet loTypeId="urn:microsoft.com/office/officeart/2005/8/layout/hList6" loCatId="list" qsTypeId="urn:microsoft.com/office/officeart/2005/8/quickstyle/simple3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082E8A29-955A-4C7C-A174-3E9DCD4DC89B}">
      <dgm:prSet phldrT="[Text]"/>
      <dgm:spPr/>
      <dgm:t>
        <a:bodyPr rtlCol="0"/>
        <a:lstStyle/>
        <a:p>
          <a:pPr rtl="0"/>
          <a:r>
            <a:rPr lang="nl-NL" noProof="0" dirty="0"/>
            <a:t>Titel stap 1</a:t>
          </a:r>
        </a:p>
      </dgm:t>
    </dgm:pt>
    <dgm:pt modelId="{BA7938E6-8DFA-40B7-B4C4-EACC6D85FC31}" type="parTrans" cxnId="{2986897A-7787-444F-B6C8-41F3823EF3C1}">
      <dgm:prSet/>
      <dgm:spPr/>
      <dgm:t>
        <a:bodyPr rtlCol="0"/>
        <a:lstStyle/>
        <a:p>
          <a:pPr rtl="0"/>
          <a:endParaRPr lang="en-US"/>
        </a:p>
      </dgm:t>
    </dgm:pt>
    <dgm:pt modelId="{C2176686-D23E-48EB-9D1B-1A1B46236638}" type="sibTrans" cxnId="{2986897A-7787-444F-B6C8-41F3823EF3C1}">
      <dgm:prSet/>
      <dgm:spPr/>
      <dgm:t>
        <a:bodyPr rtlCol="0"/>
        <a:lstStyle/>
        <a:p>
          <a:pPr rtl="0"/>
          <a:endParaRPr lang="en-US"/>
        </a:p>
      </dgm:t>
    </dgm:pt>
    <dgm:pt modelId="{23A0DE4A-FE92-496E-B335-3433CEFB74E9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68935D38-FEDC-4CD3-8002-43CB3944BEAF}" type="parTrans" cxnId="{67A03D8F-F327-4A9F-ABBC-1EB67EFD1ECB}">
      <dgm:prSet/>
      <dgm:spPr/>
      <dgm:t>
        <a:bodyPr rtlCol="0"/>
        <a:lstStyle/>
        <a:p>
          <a:pPr rtl="0"/>
          <a:endParaRPr lang="en-US"/>
        </a:p>
      </dgm:t>
    </dgm:pt>
    <dgm:pt modelId="{55DF926D-029A-4E18-95C4-77A5A37CAE40}" type="sibTrans" cxnId="{67A03D8F-F327-4A9F-ABBC-1EB67EFD1ECB}">
      <dgm:prSet/>
      <dgm:spPr/>
      <dgm:t>
        <a:bodyPr rtlCol="0"/>
        <a:lstStyle/>
        <a:p>
          <a:pPr rtl="0"/>
          <a:endParaRPr lang="en-US"/>
        </a:p>
      </dgm:t>
    </dgm:pt>
    <dgm:pt modelId="{97AFB725-9839-43BA-B026-0DD6AA03AD9C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CC01022B-5039-457F-931E-79459E3C1DC4}" type="parTrans" cxnId="{97004F90-D1DB-4A84-A8AE-504DE1F07341}">
      <dgm:prSet/>
      <dgm:spPr/>
      <dgm:t>
        <a:bodyPr rtlCol="0"/>
        <a:lstStyle/>
        <a:p>
          <a:pPr rtl="0"/>
          <a:endParaRPr lang="en-US"/>
        </a:p>
      </dgm:t>
    </dgm:pt>
    <dgm:pt modelId="{D5C26250-A06D-4B41-BC14-92648809C21F}" type="sibTrans" cxnId="{97004F90-D1DB-4A84-A8AE-504DE1F07341}">
      <dgm:prSet/>
      <dgm:spPr/>
      <dgm:t>
        <a:bodyPr rtlCol="0"/>
        <a:lstStyle/>
        <a:p>
          <a:pPr rtl="0"/>
          <a:endParaRPr lang="en-US"/>
        </a:p>
      </dgm:t>
    </dgm:pt>
    <dgm:pt modelId="{B86124A4-14C7-49C7-A342-9B2C2B94980B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B2F6F8FA-C3EE-485C-BFEC-A81570DC47D8}" type="parTrans" cxnId="{508A9F6A-C4F1-4147-A5F6-B89293B446E8}">
      <dgm:prSet/>
      <dgm:spPr/>
      <dgm:t>
        <a:bodyPr rtlCol="0"/>
        <a:lstStyle/>
        <a:p>
          <a:pPr rtl="0"/>
          <a:endParaRPr lang="en-US"/>
        </a:p>
      </dgm:t>
    </dgm:pt>
    <dgm:pt modelId="{1114C752-8188-4E63-BFFC-E4081ACE9882}" type="sibTrans" cxnId="{508A9F6A-C4F1-4147-A5F6-B89293B446E8}">
      <dgm:prSet/>
      <dgm:spPr/>
      <dgm:t>
        <a:bodyPr rtlCol="0"/>
        <a:lstStyle/>
        <a:p>
          <a:pPr rtl="0"/>
          <a:endParaRPr lang="en-US"/>
        </a:p>
      </dgm:t>
    </dgm:pt>
    <dgm:pt modelId="{A97FC57D-50D6-4D43-99C3-06D09820F122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5DD877C7-E4D9-4A68-A305-5A7689D3DBE7}" type="parTrans" cxnId="{D286A548-6BB0-4DED-9FB5-D87042DDBE0A}">
      <dgm:prSet/>
      <dgm:spPr/>
      <dgm:t>
        <a:bodyPr rtlCol="0"/>
        <a:lstStyle/>
        <a:p>
          <a:pPr rtl="0"/>
          <a:endParaRPr lang="en-US"/>
        </a:p>
      </dgm:t>
    </dgm:pt>
    <dgm:pt modelId="{C17BCABE-BEF2-4CC4-B037-B6B4866665CD}" type="sibTrans" cxnId="{D286A548-6BB0-4DED-9FB5-D87042DDBE0A}">
      <dgm:prSet/>
      <dgm:spPr/>
      <dgm:t>
        <a:bodyPr rtlCol="0"/>
        <a:lstStyle/>
        <a:p>
          <a:pPr rtl="0"/>
          <a:endParaRPr lang="en-US"/>
        </a:p>
      </dgm:t>
    </dgm:pt>
    <dgm:pt modelId="{B6E26FFC-9977-4BBC-BEC7-3D6B63754E52}">
      <dgm:prSet phldrT="[Text]"/>
      <dgm:spPr/>
      <dgm:t>
        <a:bodyPr rtlCol="0"/>
        <a:lstStyle/>
        <a:p>
          <a:pPr rtl="0"/>
          <a:r>
            <a:rPr lang="nl-NL" noProof="0" dirty="0"/>
            <a:t>Titel stap 2</a:t>
          </a:r>
        </a:p>
      </dgm:t>
    </dgm:pt>
    <dgm:pt modelId="{5CEFBD89-2F4F-4B51-A98A-0F3C86494166}" type="parTrans" cxnId="{17E73148-9C08-4999-B21E-F3C5A0E3FC0C}">
      <dgm:prSet/>
      <dgm:spPr/>
      <dgm:t>
        <a:bodyPr rtlCol="0"/>
        <a:lstStyle/>
        <a:p>
          <a:pPr rtl="0"/>
          <a:endParaRPr lang="en-US"/>
        </a:p>
      </dgm:t>
    </dgm:pt>
    <dgm:pt modelId="{48634C00-2335-4923-9072-EB7482323D9C}" type="sibTrans" cxnId="{17E73148-9C08-4999-B21E-F3C5A0E3FC0C}">
      <dgm:prSet/>
      <dgm:spPr/>
      <dgm:t>
        <a:bodyPr rtlCol="0"/>
        <a:lstStyle/>
        <a:p>
          <a:pPr rtl="0"/>
          <a:endParaRPr lang="en-US"/>
        </a:p>
      </dgm:t>
    </dgm:pt>
    <dgm:pt modelId="{CBCC21F5-552F-4D39-812E-6FCD4A366F58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4A973A1C-85F1-4969-A536-D29940229E2C}" type="parTrans" cxnId="{3C41F2E0-4620-40B4-9857-68872B278EFB}">
      <dgm:prSet/>
      <dgm:spPr/>
      <dgm:t>
        <a:bodyPr rtlCol="0"/>
        <a:lstStyle/>
        <a:p>
          <a:pPr rtl="0"/>
          <a:endParaRPr lang="en-US"/>
        </a:p>
      </dgm:t>
    </dgm:pt>
    <dgm:pt modelId="{3640B940-6901-481F-ADF7-6B77DEEED764}" type="sibTrans" cxnId="{3C41F2E0-4620-40B4-9857-68872B278EFB}">
      <dgm:prSet/>
      <dgm:spPr/>
      <dgm:t>
        <a:bodyPr rtlCol="0"/>
        <a:lstStyle/>
        <a:p>
          <a:pPr rtl="0"/>
          <a:endParaRPr lang="en-US"/>
        </a:p>
      </dgm:t>
    </dgm:pt>
    <dgm:pt modelId="{62831651-7C26-466C-BAA4-31EA8D14E47A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0F3EB6E4-07A5-4199-9C2F-8B91F53579FE}" type="parTrans" cxnId="{59DDA576-1BA9-49E8-9D1D-361FF667A19A}">
      <dgm:prSet/>
      <dgm:spPr/>
      <dgm:t>
        <a:bodyPr rtlCol="0"/>
        <a:lstStyle/>
        <a:p>
          <a:pPr rtl="0"/>
          <a:endParaRPr lang="en-US"/>
        </a:p>
      </dgm:t>
    </dgm:pt>
    <dgm:pt modelId="{0D19FA60-5F9C-420B-AD2F-A0656A7F0783}" type="sibTrans" cxnId="{59DDA576-1BA9-49E8-9D1D-361FF667A19A}">
      <dgm:prSet/>
      <dgm:spPr/>
      <dgm:t>
        <a:bodyPr rtlCol="0"/>
        <a:lstStyle/>
        <a:p>
          <a:pPr rtl="0"/>
          <a:endParaRPr lang="en-US"/>
        </a:p>
      </dgm:t>
    </dgm:pt>
    <dgm:pt modelId="{44B2544A-D122-4B95-A36C-B03D9E272B48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9EE40E78-C1B8-4A87-A668-53AD816CED24}" type="parTrans" cxnId="{F89EA6DF-D106-435E-9337-D23286A767A6}">
      <dgm:prSet/>
      <dgm:spPr/>
      <dgm:t>
        <a:bodyPr rtlCol="0"/>
        <a:lstStyle/>
        <a:p>
          <a:pPr rtl="0"/>
          <a:endParaRPr lang="en-US"/>
        </a:p>
      </dgm:t>
    </dgm:pt>
    <dgm:pt modelId="{F32DECE0-DC7F-4DCF-A10D-96A117A49197}" type="sibTrans" cxnId="{F89EA6DF-D106-435E-9337-D23286A767A6}">
      <dgm:prSet/>
      <dgm:spPr/>
      <dgm:t>
        <a:bodyPr rtlCol="0"/>
        <a:lstStyle/>
        <a:p>
          <a:pPr rtl="0"/>
          <a:endParaRPr lang="en-US"/>
        </a:p>
      </dgm:t>
    </dgm:pt>
    <dgm:pt modelId="{6D0E5D9F-7263-4526-A227-51301233F549}">
      <dgm:prSet phldrT="[Text]"/>
      <dgm:spPr/>
      <dgm:t>
        <a:bodyPr rtlCol="0"/>
        <a:lstStyle/>
        <a:p>
          <a:pPr rtl="0"/>
          <a:r>
            <a:rPr lang="nl-NL" noProof="0" dirty="0"/>
            <a:t>Titel stap 3</a:t>
          </a:r>
        </a:p>
      </dgm:t>
    </dgm:pt>
    <dgm:pt modelId="{23416D07-25F8-426C-BC65-639E6BCF4D6D}" type="parTrans" cxnId="{C8C462C6-33A3-4E8B-91FE-36DBE92F1C4A}">
      <dgm:prSet/>
      <dgm:spPr/>
      <dgm:t>
        <a:bodyPr rtlCol="0"/>
        <a:lstStyle/>
        <a:p>
          <a:pPr rtl="0"/>
          <a:endParaRPr lang="en-US"/>
        </a:p>
      </dgm:t>
    </dgm:pt>
    <dgm:pt modelId="{DE289E29-1989-4D8E-8AA6-F030105B3F13}" type="sibTrans" cxnId="{C8C462C6-33A3-4E8B-91FE-36DBE92F1C4A}">
      <dgm:prSet/>
      <dgm:spPr/>
      <dgm:t>
        <a:bodyPr rtlCol="0"/>
        <a:lstStyle/>
        <a:p>
          <a:pPr rtl="0"/>
          <a:endParaRPr lang="en-US"/>
        </a:p>
      </dgm:t>
    </dgm:pt>
    <dgm:pt modelId="{F3256203-D9D1-492A-B801-68C1A32486F0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E9A20291-2E30-4C14-BB7D-DC095A20ECB6}" type="parTrans" cxnId="{1B8E71B0-2D3A-4AB0-8843-CFDACEDC3198}">
      <dgm:prSet/>
      <dgm:spPr/>
      <dgm:t>
        <a:bodyPr rtlCol="0"/>
        <a:lstStyle/>
        <a:p>
          <a:pPr rtl="0"/>
          <a:endParaRPr lang="en-US"/>
        </a:p>
      </dgm:t>
    </dgm:pt>
    <dgm:pt modelId="{6C9440D0-8847-40C0-98BC-2B5EA5745C3A}" type="sibTrans" cxnId="{1B8E71B0-2D3A-4AB0-8843-CFDACEDC3198}">
      <dgm:prSet/>
      <dgm:spPr/>
      <dgm:t>
        <a:bodyPr rtlCol="0"/>
        <a:lstStyle/>
        <a:p>
          <a:pPr rtl="0"/>
          <a:endParaRPr lang="en-US"/>
        </a:p>
      </dgm:t>
    </dgm:pt>
    <dgm:pt modelId="{357008B7-F3FD-489F-A410-81C9A9EFE4DA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ED5EFE54-4C6D-4A88-939B-CE66C6668425}" type="parTrans" cxnId="{8910F93B-7180-4A52-9856-879D102D33F8}">
      <dgm:prSet/>
      <dgm:spPr/>
      <dgm:t>
        <a:bodyPr rtlCol="0"/>
        <a:lstStyle/>
        <a:p>
          <a:pPr rtl="0"/>
          <a:endParaRPr lang="en-US"/>
        </a:p>
      </dgm:t>
    </dgm:pt>
    <dgm:pt modelId="{87BC108C-4915-4A4B-8565-E4BD28BA3C35}" type="sibTrans" cxnId="{8910F93B-7180-4A52-9856-879D102D33F8}">
      <dgm:prSet/>
      <dgm:spPr/>
      <dgm:t>
        <a:bodyPr rtlCol="0"/>
        <a:lstStyle/>
        <a:p>
          <a:pPr rtl="0"/>
          <a:endParaRPr lang="en-US"/>
        </a:p>
      </dgm:t>
    </dgm:pt>
    <dgm:pt modelId="{E5E95E82-EF79-43CA-AA86-43B0E1CBCD3F}">
      <dgm:prSet phldrT="[Text]"/>
      <dgm:spPr/>
      <dgm:t>
        <a:bodyPr rtlCol="0"/>
        <a:lstStyle/>
        <a:p>
          <a:pPr rtl="0"/>
          <a:r>
            <a:rPr lang="nl-NL" noProof="0" dirty="0"/>
            <a:t>Titel stap 4</a:t>
          </a:r>
        </a:p>
      </dgm:t>
    </dgm:pt>
    <dgm:pt modelId="{FD76A3AE-1B6C-45A0-8E84-63160283749F}" type="parTrans" cxnId="{A76240AD-13F6-40C0-BD9B-102D5EC0AE51}">
      <dgm:prSet/>
      <dgm:spPr/>
      <dgm:t>
        <a:bodyPr rtlCol="0"/>
        <a:lstStyle/>
        <a:p>
          <a:pPr rtl="0"/>
          <a:endParaRPr lang="en-US"/>
        </a:p>
      </dgm:t>
    </dgm:pt>
    <dgm:pt modelId="{BF76010C-5523-4E13-B3E7-886DCE6AEBD4}" type="sibTrans" cxnId="{A76240AD-13F6-40C0-BD9B-102D5EC0AE51}">
      <dgm:prSet/>
      <dgm:spPr/>
      <dgm:t>
        <a:bodyPr rtlCol="0"/>
        <a:lstStyle/>
        <a:p>
          <a:pPr rtl="0"/>
          <a:endParaRPr lang="en-US"/>
        </a:p>
      </dgm:t>
    </dgm:pt>
    <dgm:pt modelId="{A81358E0-3DE7-41AD-A28C-ABB22548B1F6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262E0B94-6EA9-4797-B705-959D7B185F91}" type="parTrans" cxnId="{FB8541C0-3895-4553-A4C7-34B81A3C4A0B}">
      <dgm:prSet/>
      <dgm:spPr/>
      <dgm:t>
        <a:bodyPr rtlCol="0"/>
        <a:lstStyle/>
        <a:p>
          <a:pPr rtl="0"/>
          <a:endParaRPr lang="en-US"/>
        </a:p>
      </dgm:t>
    </dgm:pt>
    <dgm:pt modelId="{77756FBB-BF6C-4D78-803E-BCC851F1DA03}" type="sibTrans" cxnId="{FB8541C0-3895-4553-A4C7-34B81A3C4A0B}">
      <dgm:prSet/>
      <dgm:spPr/>
      <dgm:t>
        <a:bodyPr rtlCol="0"/>
        <a:lstStyle/>
        <a:p>
          <a:pPr rtl="0"/>
          <a:endParaRPr lang="en-US"/>
        </a:p>
      </dgm:t>
    </dgm:pt>
    <dgm:pt modelId="{37A7C994-CC74-44DD-8777-ED6736B35821}">
      <dgm:prSet phldrT="[Text]"/>
      <dgm:spPr/>
      <dgm:t>
        <a:bodyPr rtlCol="0"/>
        <a:lstStyle/>
        <a:p>
          <a:pPr rtl="0"/>
          <a:r>
            <a:rPr lang="nl-NL" noProof="0" dirty="0"/>
            <a:t>Taakomschrijving</a:t>
          </a:r>
        </a:p>
      </dgm:t>
    </dgm:pt>
    <dgm:pt modelId="{03F017E7-7E3C-4E2C-9CEF-B07099F38801}" type="parTrans" cxnId="{1C5CE732-A00F-4C06-A1A8-B209BC6B496D}">
      <dgm:prSet/>
      <dgm:spPr/>
      <dgm:t>
        <a:bodyPr rtlCol="0"/>
        <a:lstStyle/>
        <a:p>
          <a:pPr rtl="0"/>
          <a:endParaRPr lang="en-US"/>
        </a:p>
      </dgm:t>
    </dgm:pt>
    <dgm:pt modelId="{118572A4-3B5E-487E-8015-6A319369077F}" type="sibTrans" cxnId="{1C5CE732-A00F-4C06-A1A8-B209BC6B496D}">
      <dgm:prSet/>
      <dgm:spPr/>
      <dgm:t>
        <a:bodyPr rtlCol="0"/>
        <a:lstStyle/>
        <a:p>
          <a:pPr rtl="0"/>
          <a:endParaRPr lang="en-US"/>
        </a:p>
      </dgm:t>
    </dgm:pt>
    <dgm:pt modelId="{6F1872F4-A030-4D64-A17C-72EA1ABBD62E}" type="pres">
      <dgm:prSet presAssocID="{CF9055CF-8DEB-4A02-949A-DE72B6AC5D37}" presName="Name0" presStyleCnt="0">
        <dgm:presLayoutVars>
          <dgm:dir/>
          <dgm:resizeHandles val="exact"/>
        </dgm:presLayoutVars>
      </dgm:prSet>
      <dgm:spPr/>
    </dgm:pt>
    <dgm:pt modelId="{98302F07-D6A9-46A5-9807-EBF6C9F5B2DD}" type="pres">
      <dgm:prSet presAssocID="{082E8A29-955A-4C7C-A174-3E9DCD4DC89B}" presName="node" presStyleLbl="node1" presStyleIdx="0" presStyleCnt="4">
        <dgm:presLayoutVars>
          <dgm:bulletEnabled val="1"/>
        </dgm:presLayoutVars>
      </dgm:prSet>
      <dgm:spPr/>
    </dgm:pt>
    <dgm:pt modelId="{6681DF6F-8E98-430C-9A87-14BEC6C3269E}" type="pres">
      <dgm:prSet presAssocID="{C2176686-D23E-48EB-9D1B-1A1B46236638}" presName="sibTrans" presStyleCnt="0"/>
      <dgm:spPr/>
    </dgm:pt>
    <dgm:pt modelId="{DAD9059A-916A-4916-A2A8-B42491568DD3}" type="pres">
      <dgm:prSet presAssocID="{B6E26FFC-9977-4BBC-BEC7-3D6B63754E52}" presName="node" presStyleLbl="node1" presStyleIdx="1" presStyleCnt="4">
        <dgm:presLayoutVars>
          <dgm:bulletEnabled val="1"/>
        </dgm:presLayoutVars>
      </dgm:prSet>
      <dgm:spPr/>
    </dgm:pt>
    <dgm:pt modelId="{39AEACD1-F8CF-4528-8379-DAA829B3790B}" type="pres">
      <dgm:prSet presAssocID="{48634C00-2335-4923-9072-EB7482323D9C}" presName="sibTrans" presStyleCnt="0"/>
      <dgm:spPr/>
    </dgm:pt>
    <dgm:pt modelId="{25A33852-3C4B-4406-8856-3A4D6201948C}" type="pres">
      <dgm:prSet presAssocID="{6D0E5D9F-7263-4526-A227-51301233F549}" presName="node" presStyleLbl="node1" presStyleIdx="2" presStyleCnt="4">
        <dgm:presLayoutVars>
          <dgm:bulletEnabled val="1"/>
        </dgm:presLayoutVars>
      </dgm:prSet>
      <dgm:spPr/>
    </dgm:pt>
    <dgm:pt modelId="{562EDDC3-60FD-463F-A6DB-A597D604B642}" type="pres">
      <dgm:prSet presAssocID="{DE289E29-1989-4D8E-8AA6-F030105B3F13}" presName="sibTrans" presStyleCnt="0"/>
      <dgm:spPr/>
    </dgm:pt>
    <dgm:pt modelId="{86146B22-5360-4D1B-AC91-3378F10134EE}" type="pres">
      <dgm:prSet presAssocID="{E5E95E82-EF79-43CA-AA86-43B0E1CBCD3F}" presName="node" presStyleLbl="node1" presStyleIdx="3" presStyleCnt="4">
        <dgm:presLayoutVars>
          <dgm:bulletEnabled val="1"/>
        </dgm:presLayoutVars>
      </dgm:prSet>
      <dgm:spPr/>
    </dgm:pt>
  </dgm:ptLst>
  <dgm:cxnLst>
    <dgm:cxn modelId="{0676BA07-1135-49D0-993A-27A9F99FC0CD}" type="presOf" srcId="{B6E26FFC-9977-4BBC-BEC7-3D6B63754E52}" destId="{DAD9059A-916A-4916-A2A8-B42491568DD3}" srcOrd="0" destOrd="0" presId="urn:microsoft.com/office/officeart/2005/8/layout/hList6"/>
    <dgm:cxn modelId="{AB981D0D-0AD5-4DD6-BA19-D4E75ECF1C7D}" type="presOf" srcId="{A97FC57D-50D6-4D43-99C3-06D09820F122}" destId="{98302F07-D6A9-46A5-9807-EBF6C9F5B2DD}" srcOrd="0" destOrd="4" presId="urn:microsoft.com/office/officeart/2005/8/layout/hList6"/>
    <dgm:cxn modelId="{5351B217-259B-4E6A-85F5-2E408BEB0764}" type="presOf" srcId="{082E8A29-955A-4C7C-A174-3E9DCD4DC89B}" destId="{98302F07-D6A9-46A5-9807-EBF6C9F5B2DD}" srcOrd="0" destOrd="0" presId="urn:microsoft.com/office/officeart/2005/8/layout/hList6"/>
    <dgm:cxn modelId="{729DA21F-0A99-4CC3-ACFF-2A00EDCAA358}" type="presOf" srcId="{37A7C994-CC74-44DD-8777-ED6736B35821}" destId="{86146B22-5360-4D1B-AC91-3378F10134EE}" srcOrd="0" destOrd="2" presId="urn:microsoft.com/office/officeart/2005/8/layout/hList6"/>
    <dgm:cxn modelId="{77BD0D2D-7C4E-49B3-9A72-0FD33F32D294}" type="presOf" srcId="{6D0E5D9F-7263-4526-A227-51301233F549}" destId="{25A33852-3C4B-4406-8856-3A4D6201948C}" srcOrd="0" destOrd="0" presId="urn:microsoft.com/office/officeart/2005/8/layout/hList6"/>
    <dgm:cxn modelId="{3AE2742D-7673-4553-BCDD-292AE3B4BC50}" type="presOf" srcId="{97AFB725-9839-43BA-B026-0DD6AA03AD9C}" destId="{98302F07-D6A9-46A5-9807-EBF6C9F5B2DD}" srcOrd="0" destOrd="2" presId="urn:microsoft.com/office/officeart/2005/8/layout/hList6"/>
    <dgm:cxn modelId="{1C5CE732-A00F-4C06-A1A8-B209BC6B496D}" srcId="{E5E95E82-EF79-43CA-AA86-43B0E1CBCD3F}" destId="{37A7C994-CC74-44DD-8777-ED6736B35821}" srcOrd="1" destOrd="0" parTransId="{03F017E7-7E3C-4E2C-9CEF-B07099F38801}" sibTransId="{118572A4-3B5E-487E-8015-6A319369077F}"/>
    <dgm:cxn modelId="{8910F93B-7180-4A52-9856-879D102D33F8}" srcId="{6D0E5D9F-7263-4526-A227-51301233F549}" destId="{357008B7-F3FD-489F-A410-81C9A9EFE4DA}" srcOrd="1" destOrd="0" parTransId="{ED5EFE54-4C6D-4A88-939B-CE66C6668425}" sibTransId="{87BC108C-4915-4A4B-8565-E4BD28BA3C35}"/>
    <dgm:cxn modelId="{17E73148-9C08-4999-B21E-F3C5A0E3FC0C}" srcId="{CF9055CF-8DEB-4A02-949A-DE72B6AC5D37}" destId="{B6E26FFC-9977-4BBC-BEC7-3D6B63754E52}" srcOrd="1" destOrd="0" parTransId="{5CEFBD89-2F4F-4B51-A98A-0F3C86494166}" sibTransId="{48634C00-2335-4923-9072-EB7482323D9C}"/>
    <dgm:cxn modelId="{D286A548-6BB0-4DED-9FB5-D87042DDBE0A}" srcId="{082E8A29-955A-4C7C-A174-3E9DCD4DC89B}" destId="{A97FC57D-50D6-4D43-99C3-06D09820F122}" srcOrd="3" destOrd="0" parTransId="{5DD877C7-E4D9-4A68-A305-5A7689D3DBE7}" sibTransId="{C17BCABE-BEF2-4CC4-B037-B6B4866665CD}"/>
    <dgm:cxn modelId="{F4F3BD4C-7DE7-449F-8ECF-B43B2B86F2EB}" type="presOf" srcId="{CBCC21F5-552F-4D39-812E-6FCD4A366F58}" destId="{DAD9059A-916A-4916-A2A8-B42491568DD3}" srcOrd="0" destOrd="1" presId="urn:microsoft.com/office/officeart/2005/8/layout/hList6"/>
    <dgm:cxn modelId="{DC53BA63-76BA-413A-ACCE-B7609C3FDC8E}" type="presOf" srcId="{A81358E0-3DE7-41AD-A28C-ABB22548B1F6}" destId="{86146B22-5360-4D1B-AC91-3378F10134EE}" srcOrd="0" destOrd="1" presId="urn:microsoft.com/office/officeart/2005/8/layout/hList6"/>
    <dgm:cxn modelId="{508A9F6A-C4F1-4147-A5F6-B89293B446E8}" srcId="{082E8A29-955A-4C7C-A174-3E9DCD4DC89B}" destId="{B86124A4-14C7-49C7-A342-9B2C2B94980B}" srcOrd="2" destOrd="0" parTransId="{B2F6F8FA-C3EE-485C-BFEC-A81570DC47D8}" sibTransId="{1114C752-8188-4E63-BFFC-E4081ACE9882}"/>
    <dgm:cxn modelId="{59DDA576-1BA9-49E8-9D1D-361FF667A19A}" srcId="{B6E26FFC-9977-4BBC-BEC7-3D6B63754E52}" destId="{62831651-7C26-466C-BAA4-31EA8D14E47A}" srcOrd="1" destOrd="0" parTransId="{0F3EB6E4-07A5-4199-9C2F-8B91F53579FE}" sibTransId="{0D19FA60-5F9C-420B-AD2F-A0656A7F0783}"/>
    <dgm:cxn modelId="{2986897A-7787-444F-B6C8-41F3823EF3C1}" srcId="{CF9055CF-8DEB-4A02-949A-DE72B6AC5D37}" destId="{082E8A29-955A-4C7C-A174-3E9DCD4DC89B}" srcOrd="0" destOrd="0" parTransId="{BA7938E6-8DFA-40B7-B4C4-EACC6D85FC31}" sibTransId="{C2176686-D23E-48EB-9D1B-1A1B46236638}"/>
    <dgm:cxn modelId="{9CB4B27D-95A7-458D-A9CA-7754788DD095}" type="presOf" srcId="{62831651-7C26-466C-BAA4-31EA8D14E47A}" destId="{DAD9059A-916A-4916-A2A8-B42491568DD3}" srcOrd="0" destOrd="2" presId="urn:microsoft.com/office/officeart/2005/8/layout/hList6"/>
    <dgm:cxn modelId="{67A03D8F-F327-4A9F-ABBC-1EB67EFD1ECB}" srcId="{082E8A29-955A-4C7C-A174-3E9DCD4DC89B}" destId="{23A0DE4A-FE92-496E-B335-3433CEFB74E9}" srcOrd="0" destOrd="0" parTransId="{68935D38-FEDC-4CD3-8002-43CB3944BEAF}" sibTransId="{55DF926D-029A-4E18-95C4-77A5A37CAE40}"/>
    <dgm:cxn modelId="{97004F90-D1DB-4A84-A8AE-504DE1F07341}" srcId="{082E8A29-955A-4C7C-A174-3E9DCD4DC89B}" destId="{97AFB725-9839-43BA-B026-0DD6AA03AD9C}" srcOrd="1" destOrd="0" parTransId="{CC01022B-5039-457F-931E-79459E3C1DC4}" sibTransId="{D5C26250-A06D-4B41-BC14-92648809C21F}"/>
    <dgm:cxn modelId="{A76240AD-13F6-40C0-BD9B-102D5EC0AE51}" srcId="{CF9055CF-8DEB-4A02-949A-DE72B6AC5D37}" destId="{E5E95E82-EF79-43CA-AA86-43B0E1CBCD3F}" srcOrd="3" destOrd="0" parTransId="{FD76A3AE-1B6C-45A0-8E84-63160283749F}" sibTransId="{BF76010C-5523-4E13-B3E7-886DCE6AEBD4}"/>
    <dgm:cxn modelId="{1B8E71B0-2D3A-4AB0-8843-CFDACEDC3198}" srcId="{6D0E5D9F-7263-4526-A227-51301233F549}" destId="{F3256203-D9D1-492A-B801-68C1A32486F0}" srcOrd="0" destOrd="0" parTransId="{E9A20291-2E30-4C14-BB7D-DC095A20ECB6}" sibTransId="{6C9440D0-8847-40C0-98BC-2B5EA5745C3A}"/>
    <dgm:cxn modelId="{FB8541C0-3895-4553-A4C7-34B81A3C4A0B}" srcId="{E5E95E82-EF79-43CA-AA86-43B0E1CBCD3F}" destId="{A81358E0-3DE7-41AD-A28C-ABB22548B1F6}" srcOrd="0" destOrd="0" parTransId="{262E0B94-6EA9-4797-B705-959D7B185F91}" sibTransId="{77756FBB-BF6C-4D78-803E-BCC851F1DA03}"/>
    <dgm:cxn modelId="{C06DA1C3-D38F-43B1-B24E-E80592CC29EC}" type="presOf" srcId="{23A0DE4A-FE92-496E-B335-3433CEFB74E9}" destId="{98302F07-D6A9-46A5-9807-EBF6C9F5B2DD}" srcOrd="0" destOrd="1" presId="urn:microsoft.com/office/officeart/2005/8/layout/hList6"/>
    <dgm:cxn modelId="{C8C462C6-33A3-4E8B-91FE-36DBE92F1C4A}" srcId="{CF9055CF-8DEB-4A02-949A-DE72B6AC5D37}" destId="{6D0E5D9F-7263-4526-A227-51301233F549}" srcOrd="2" destOrd="0" parTransId="{23416D07-25F8-426C-BC65-639E6BCF4D6D}" sibTransId="{DE289E29-1989-4D8E-8AA6-F030105B3F13}"/>
    <dgm:cxn modelId="{ECB535CD-5106-41E2-A5E6-D382C3792033}" type="presOf" srcId="{357008B7-F3FD-489F-A410-81C9A9EFE4DA}" destId="{25A33852-3C4B-4406-8856-3A4D6201948C}" srcOrd="0" destOrd="2" presId="urn:microsoft.com/office/officeart/2005/8/layout/hList6"/>
    <dgm:cxn modelId="{2FA258D4-5B38-426D-B0D7-CD8F217A1137}" type="presOf" srcId="{E5E95E82-EF79-43CA-AA86-43B0E1CBCD3F}" destId="{86146B22-5360-4D1B-AC91-3378F10134EE}" srcOrd="0" destOrd="0" presId="urn:microsoft.com/office/officeart/2005/8/layout/hList6"/>
    <dgm:cxn modelId="{1B9593D8-0118-451B-8B48-CC6C91B73C1B}" type="presOf" srcId="{B86124A4-14C7-49C7-A342-9B2C2B94980B}" destId="{98302F07-D6A9-46A5-9807-EBF6C9F5B2DD}" srcOrd="0" destOrd="3" presId="urn:microsoft.com/office/officeart/2005/8/layout/hList6"/>
    <dgm:cxn modelId="{3B50A2DD-8777-42C9-93E1-40A37E404C87}" type="presOf" srcId="{44B2544A-D122-4B95-A36C-B03D9E272B48}" destId="{DAD9059A-916A-4916-A2A8-B42491568DD3}" srcOrd="0" destOrd="3" presId="urn:microsoft.com/office/officeart/2005/8/layout/hList6"/>
    <dgm:cxn modelId="{F89EA6DF-D106-435E-9337-D23286A767A6}" srcId="{B6E26FFC-9977-4BBC-BEC7-3D6B63754E52}" destId="{44B2544A-D122-4B95-A36C-B03D9E272B48}" srcOrd="2" destOrd="0" parTransId="{9EE40E78-C1B8-4A87-A668-53AD816CED24}" sibTransId="{F32DECE0-DC7F-4DCF-A10D-96A117A49197}"/>
    <dgm:cxn modelId="{3C41F2E0-4620-40B4-9857-68872B278EFB}" srcId="{B6E26FFC-9977-4BBC-BEC7-3D6B63754E52}" destId="{CBCC21F5-552F-4D39-812E-6FCD4A366F58}" srcOrd="0" destOrd="0" parTransId="{4A973A1C-85F1-4969-A536-D29940229E2C}" sibTransId="{3640B940-6901-481F-ADF7-6B77DEEED764}"/>
    <dgm:cxn modelId="{24179AE2-AA7E-4702-A358-E95F80152CCA}" type="presOf" srcId="{CF9055CF-8DEB-4A02-949A-DE72B6AC5D37}" destId="{6F1872F4-A030-4D64-A17C-72EA1ABBD62E}" srcOrd="0" destOrd="0" presId="urn:microsoft.com/office/officeart/2005/8/layout/hList6"/>
    <dgm:cxn modelId="{CC1A92EB-2672-4443-858D-BCA16F76F740}" type="presOf" srcId="{F3256203-D9D1-492A-B801-68C1A32486F0}" destId="{25A33852-3C4B-4406-8856-3A4D6201948C}" srcOrd="0" destOrd="1" presId="urn:microsoft.com/office/officeart/2005/8/layout/hList6"/>
    <dgm:cxn modelId="{D4055BC1-25B1-4CD1-BF08-20C154FADF73}" type="presParOf" srcId="{6F1872F4-A030-4D64-A17C-72EA1ABBD62E}" destId="{98302F07-D6A9-46A5-9807-EBF6C9F5B2DD}" srcOrd="0" destOrd="0" presId="urn:microsoft.com/office/officeart/2005/8/layout/hList6"/>
    <dgm:cxn modelId="{584E2F3E-994B-49B2-AD46-0E8D6E4A468B}" type="presParOf" srcId="{6F1872F4-A030-4D64-A17C-72EA1ABBD62E}" destId="{6681DF6F-8E98-430C-9A87-14BEC6C3269E}" srcOrd="1" destOrd="0" presId="urn:microsoft.com/office/officeart/2005/8/layout/hList6"/>
    <dgm:cxn modelId="{FD54A181-98DF-439C-9CA4-93CD1333DEC4}" type="presParOf" srcId="{6F1872F4-A030-4D64-A17C-72EA1ABBD62E}" destId="{DAD9059A-916A-4916-A2A8-B42491568DD3}" srcOrd="2" destOrd="0" presId="urn:microsoft.com/office/officeart/2005/8/layout/hList6"/>
    <dgm:cxn modelId="{B910F504-589D-4168-B820-FECB0EF26955}" type="presParOf" srcId="{6F1872F4-A030-4D64-A17C-72EA1ABBD62E}" destId="{39AEACD1-F8CF-4528-8379-DAA829B3790B}" srcOrd="3" destOrd="0" presId="urn:microsoft.com/office/officeart/2005/8/layout/hList6"/>
    <dgm:cxn modelId="{AEDC4C6E-DC7C-4364-8563-E748313EFA17}" type="presParOf" srcId="{6F1872F4-A030-4D64-A17C-72EA1ABBD62E}" destId="{25A33852-3C4B-4406-8856-3A4D6201948C}" srcOrd="4" destOrd="0" presId="urn:microsoft.com/office/officeart/2005/8/layout/hList6"/>
    <dgm:cxn modelId="{CBF7D188-2B16-4153-AEAE-C484C833188A}" type="presParOf" srcId="{6F1872F4-A030-4D64-A17C-72EA1ABBD62E}" destId="{562EDDC3-60FD-463F-A6DB-A597D604B642}" srcOrd="5" destOrd="0" presId="urn:microsoft.com/office/officeart/2005/8/layout/hList6"/>
    <dgm:cxn modelId="{A7220034-7FD2-4082-91F9-5EDDE0F524D0}" type="presParOf" srcId="{6F1872F4-A030-4D64-A17C-72EA1ABBD62E}" destId="{86146B22-5360-4D1B-AC91-3378F10134EE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02F07-D6A9-46A5-9807-EBF6C9F5B2DD}">
      <dsp:nvSpPr>
        <dsp:cNvPr id="0" name=""/>
        <dsp:cNvSpPr/>
      </dsp:nvSpPr>
      <dsp:spPr>
        <a:xfrm rot="16200000">
          <a:off x="-921821" y="923893"/>
          <a:ext cx="3881437" cy="2033649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0" rIns="132953" bIns="0" numCol="1" spcCol="1270" rtlCol="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 noProof="0" dirty="0"/>
            <a:t>Titel stap 1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</dsp:txBody>
      <dsp:txXfrm rot="5400000">
        <a:off x="2073" y="776286"/>
        <a:ext cx="2033649" cy="2328863"/>
      </dsp:txXfrm>
    </dsp:sp>
    <dsp:sp modelId="{DAD9059A-916A-4916-A2A8-B42491568DD3}">
      <dsp:nvSpPr>
        <dsp:cNvPr id="0" name=""/>
        <dsp:cNvSpPr/>
      </dsp:nvSpPr>
      <dsp:spPr>
        <a:xfrm rot="16200000">
          <a:off x="1264351" y="923893"/>
          <a:ext cx="3881437" cy="2033649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0" rIns="132953" bIns="0" numCol="1" spcCol="1270" rtlCol="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 noProof="0" dirty="0"/>
            <a:t>Titel stap 2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</dsp:txBody>
      <dsp:txXfrm rot="5400000">
        <a:off x="2188245" y="776286"/>
        <a:ext cx="2033649" cy="2328863"/>
      </dsp:txXfrm>
    </dsp:sp>
    <dsp:sp modelId="{25A33852-3C4B-4406-8856-3A4D6201948C}">
      <dsp:nvSpPr>
        <dsp:cNvPr id="0" name=""/>
        <dsp:cNvSpPr/>
      </dsp:nvSpPr>
      <dsp:spPr>
        <a:xfrm rot="16200000">
          <a:off x="3450523" y="923893"/>
          <a:ext cx="3881437" cy="2033649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0" rIns="132953" bIns="0" numCol="1" spcCol="1270" rtlCol="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 noProof="0" dirty="0"/>
            <a:t>Titel stap 3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</dsp:txBody>
      <dsp:txXfrm rot="5400000">
        <a:off x="4374417" y="776286"/>
        <a:ext cx="2033649" cy="2328863"/>
      </dsp:txXfrm>
    </dsp:sp>
    <dsp:sp modelId="{86146B22-5360-4D1B-AC91-3378F10134EE}">
      <dsp:nvSpPr>
        <dsp:cNvPr id="0" name=""/>
        <dsp:cNvSpPr/>
      </dsp:nvSpPr>
      <dsp:spPr>
        <a:xfrm rot="16200000">
          <a:off x="5636696" y="923893"/>
          <a:ext cx="3881437" cy="2033649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0" rIns="132953" bIns="0" numCol="1" spcCol="1270" rtlCol="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 noProof="0" dirty="0"/>
            <a:t>Titel stap 4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noProof="0" dirty="0"/>
            <a:t>Taakomschrijving</a:t>
          </a:r>
        </a:p>
      </dsp:txBody>
      <dsp:txXfrm rot="5400000">
        <a:off x="6560590" y="776286"/>
        <a:ext cx="2033649" cy="23288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5348FDC-B6B2-40AC-8955-D84A28B0095A}" type="datetime1">
              <a:rPr lang="nl-NL" smtClean="0"/>
              <a:t>15-11-2025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nl-NL" noProof="0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50BA09-C4A7-4C9F-9F40-A6C1ACD24F84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nl-NL" noProof="0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nl-NL" noProof="0" dirty="0"/>
              <a:t>Klik om de tekststijlen van het model te bewerken</a:t>
            </a:r>
          </a:p>
          <a:p>
            <a:pPr lvl="1" rtl="0"/>
            <a:r>
              <a:rPr lang="nl-NL" noProof="0" dirty="0"/>
              <a:t>Tweede niveau</a:t>
            </a:r>
          </a:p>
          <a:p>
            <a:pPr lvl="2" rtl="0"/>
            <a:r>
              <a:rPr lang="nl-NL" noProof="0" dirty="0"/>
              <a:t>Derde niveau</a:t>
            </a:r>
          </a:p>
          <a:p>
            <a:pPr lvl="3" rtl="0"/>
            <a:r>
              <a:rPr lang="nl-NL" noProof="0" dirty="0"/>
              <a:t>Vierde niveau</a:t>
            </a:r>
          </a:p>
          <a:p>
            <a:pPr lvl="4" rtl="0"/>
            <a:r>
              <a:rPr lang="nl-NL" noProof="0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nl-NL" noProof="0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ED491D0-8E1B-49C7-849B-A28568D94497}" type="slidenum">
              <a:rPr lang="nl-NL" noProof="0" smtClean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6734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2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365353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0E83-151E-F6AF-F0AC-CCAD16E4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812463A-68A2-1BFB-2D9D-DACDFFA37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72522AF-4677-EEB6-822D-7578EA7C9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B602F99-D0BF-5AFE-C74C-2E38FEFC6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3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396013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08874-4CB0-1127-9D22-481CF02E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572C1CA-3918-98A6-5880-D67DF682D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0DCED7B-B4A7-C5A1-FCD7-BD318693E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7DB3768-863F-7FE7-FB50-FD9404C6DB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4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675313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4F6E-721A-2EAF-028C-003859F9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E174C54-D714-0884-B708-EDF0F00E5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9689608-0FA8-5E3C-8B68-E4BDC418E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7F6770B-75CD-4934-848E-86323CB663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5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336721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D42F-2F9F-D707-42DD-8A4FDD84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6EB754E-C058-32CB-D0C5-F0097C8D3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4FEEF7D-BA5E-5D92-A0AE-593FD4498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434E76-1BD5-4DB1-7110-FA953AA4E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6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530648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FBF1-B615-EB9B-2BA9-0E46AA0AF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1A3EB46-2F6C-C180-B7EB-36B108215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42EDF2A-9046-5526-46DC-94313E337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2F63448-C189-C0DA-325C-E80B6FE00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7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52437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1848-A2C9-18F8-2A3D-EA9CB838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76E7EFE-DF01-C903-B01E-5437ACABA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13A7D76-1796-4410-6197-A23DD5F21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380C9DA-4DCD-3617-EA98-883E27A1A4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8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25158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6C8B7-31FA-D98F-C5FF-252E6AED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4D0127F-FF3D-44DB-8172-2FC1FF5B0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52A0440-E5CF-A1A8-9A33-D190E890D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308439-F3FF-F0F7-43D1-69AC436AE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9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996906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008E-5769-ABC3-5BDF-82E9772A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E3E083B-37B5-010D-3FDC-19D113F6F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4B9F01E-93A1-8039-8642-DB03F8D23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414E6BB-BD3E-1DC9-619F-E61AAAFBD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10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50346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1F5E-5649-F497-0860-7F962BCE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492C46C-4DF3-C65A-4F30-738CBBCBE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C3E050F-A7B5-7FFF-421F-774073723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AAD0D64-F70D-102C-4F3B-862E00E4E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11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91681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6C8B7-31FA-D98F-C5FF-252E6AED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4D0127F-FF3D-44DB-8172-2FC1FF5B0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52A0440-E5CF-A1A8-9A33-D190E890D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308439-F3FF-F0F7-43D1-69AC436AE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12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618971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1F0F7-3C61-CB73-CD09-1264F128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8EA2765-BDF7-27F6-E4C2-58402FCCE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0914E61-9575-8D0D-AD6C-CC8B092B3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FE6E971-9669-9397-9EAB-3A26FC8DC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13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36062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DD5AC-F3E1-229C-456D-B9382989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4A9DA54-5733-8E50-CC21-96AA9396C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99C0516-9112-433D-51DC-24F29AF60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990452-6B4B-CB05-0AA7-3C7A7AEC7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14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448398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15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107673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16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9401740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17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41871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18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1426056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19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5943307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20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966372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21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6358228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22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4925368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nl-NL" noProof="0" smtClean="0"/>
              <a:t>23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271143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E58AF97-A3DC-4923-BC1F-2FBF277F66F2}" type="datetime1">
              <a:rPr lang="nl-NL" smtClean="0"/>
              <a:t>15-11-2025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smtClean="0"/>
              <a:pPr rtl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50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41273634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069727D-B0FA-4977-8AA0-478D434CE9A6}" type="datetime1">
              <a:rPr lang="nl-NL" smtClean="0"/>
              <a:t>15-11-2025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smtClean="0"/>
              <a:pPr rtl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5558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5005040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3111669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49E9282-5448-488B-80DE-5B327E77B61B}" type="datetime1">
              <a:rPr lang="nl-NL" smtClean="0"/>
              <a:t>15-11-2025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7847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4A176DA-F5CB-4859-99A1-BE0EEB2A804E}" type="datetime1">
              <a:rPr lang="nl-NL" smtClean="0"/>
              <a:t>15-11-2025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812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7890743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5380028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3186846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7715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9665806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201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69639601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43282033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nl-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88434125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0F33F76-EEFF-49D2-A969-B2E37F8A00C8}" type="datetime1">
              <a:rPr lang="nl-NL" noProof="0" smtClean="0"/>
              <a:t>15-11-2025</a:t>
            </a:fld>
            <a:endParaRPr lang="nl-NL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nl-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BD266BE7-899D-4075-917F-DBDE33B6B692}" type="slidenum">
              <a:rPr lang="nl-NL" noProof="0" smtClean="0"/>
              <a:pPr rtl="0"/>
              <a:t>‹nr.›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40955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9" r:id="rId1"/>
    <p:sldLayoutId id="2147484670" r:id="rId2"/>
    <p:sldLayoutId id="2147484671" r:id="rId3"/>
    <p:sldLayoutId id="2147484672" r:id="rId4"/>
    <p:sldLayoutId id="2147484673" r:id="rId5"/>
    <p:sldLayoutId id="2147484674" r:id="rId6"/>
    <p:sldLayoutId id="2147484675" r:id="rId7"/>
    <p:sldLayoutId id="2147484676" r:id="rId8"/>
    <p:sldLayoutId id="2147484677" r:id="rId9"/>
    <p:sldLayoutId id="2147484678" r:id="rId10"/>
    <p:sldLayoutId id="2147484679" r:id="rId11"/>
    <p:sldLayoutId id="2147484680" r:id="rId12"/>
    <p:sldLayoutId id="2147484681" r:id="rId13"/>
    <p:sldLayoutId id="2147484682" r:id="rId14"/>
    <p:sldLayoutId id="2147484683" r:id="rId15"/>
    <p:sldLayoutId id="2147484684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nl-NL" dirty="0" err="1"/>
              <a:t>Newton’s</a:t>
            </a:r>
            <a:r>
              <a:rPr lang="nl-NL" dirty="0"/>
              <a:t> </a:t>
            </a:r>
            <a:r>
              <a:rPr lang="nl-NL" dirty="0" err="1"/>
              <a:t>method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descent</a:t>
            </a:r>
            <a:r>
              <a:rPr lang="nl-NL" dirty="0"/>
              <a:t> &amp;</a:t>
            </a:r>
            <a:br>
              <a:rPr lang="nl-NL" dirty="0"/>
            </a:br>
            <a:r>
              <a:rPr lang="nl-NL" dirty="0"/>
              <a:t>SVD in PCA</a:t>
            </a:r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nl-NL" dirty="0"/>
              <a:t>Evert Jan Karman &amp; John Stegink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dirty="0"/>
              <a:t>Contents</a:t>
            </a:r>
          </a:p>
        </p:txBody>
      </p:sp>
      <p:sp>
        <p:nvSpPr>
          <p:cNvPr id="14" name="Tijdelijke aanduiding voor inhoud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nl-NL" dirty="0" err="1"/>
              <a:t>Introduction</a:t>
            </a:r>
            <a:endParaRPr lang="nl-NL" dirty="0"/>
          </a:p>
          <a:p>
            <a:pPr rtl="0"/>
            <a:r>
              <a:rPr lang="nl-NL" dirty="0" err="1"/>
              <a:t>Methods</a:t>
            </a:r>
            <a:r>
              <a:rPr lang="nl-NL" dirty="0"/>
              <a:t> Calculus</a:t>
            </a:r>
          </a:p>
          <a:p>
            <a:pPr rtl="0"/>
            <a:r>
              <a:rPr lang="nl-NL" dirty="0" err="1"/>
              <a:t>Methods</a:t>
            </a:r>
            <a:r>
              <a:rPr lang="nl-NL" dirty="0"/>
              <a:t> Lineair Algebra</a:t>
            </a:r>
          </a:p>
          <a:p>
            <a:pPr rtl="0"/>
            <a:r>
              <a:rPr lang="nl-NL" dirty="0" err="1"/>
              <a:t>Numerical</a:t>
            </a:r>
            <a:r>
              <a:rPr lang="nl-NL" dirty="0"/>
              <a:t> </a:t>
            </a:r>
            <a:r>
              <a:rPr lang="nl-NL" dirty="0" err="1"/>
              <a:t>Examples</a:t>
            </a:r>
            <a:endParaRPr lang="nl-NL" dirty="0"/>
          </a:p>
          <a:p>
            <a:pPr rtl="0"/>
            <a:r>
              <a:rPr lang="nl-NL" dirty="0" err="1"/>
              <a:t>Collaboration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168E-F98F-5319-DE1A-655ED9FE7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00CE7177-3AEC-5019-11C8-FAFD3754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dirty="0" err="1"/>
              <a:t>Introduction</a:t>
            </a:r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892EB81D-6B68-B436-3F1D-AB369EE90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nl-NL" dirty="0" err="1"/>
              <a:t>Cost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machine </a:t>
            </a:r>
            <a:r>
              <a:rPr lang="nl-NL" dirty="0" err="1"/>
              <a:t>learning</a:t>
            </a:r>
            <a:endParaRPr lang="nl-NL" dirty="0"/>
          </a:p>
          <a:p>
            <a:pPr rtl="0"/>
            <a:r>
              <a:rPr lang="nl-NL" dirty="0"/>
              <a:t>Optimizing </a:t>
            </a:r>
            <a:r>
              <a:rPr lang="nl-NL" dirty="0" err="1"/>
              <a:t>cost</a:t>
            </a:r>
            <a:r>
              <a:rPr lang="nl-NL" dirty="0"/>
              <a:t> </a:t>
            </a:r>
            <a:r>
              <a:rPr lang="nl-NL" dirty="0" err="1"/>
              <a:t>function</a:t>
            </a:r>
            <a:endParaRPr lang="nl-NL" dirty="0"/>
          </a:p>
          <a:p>
            <a:pPr rtl="0"/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Descent</a:t>
            </a:r>
            <a:r>
              <a:rPr lang="nl-NL" dirty="0"/>
              <a:t> &amp; </a:t>
            </a:r>
            <a:r>
              <a:rPr lang="nl-NL" dirty="0" err="1"/>
              <a:t>Newton’s</a:t>
            </a:r>
            <a:r>
              <a:rPr lang="nl-NL" dirty="0"/>
              <a:t> </a:t>
            </a:r>
            <a:r>
              <a:rPr lang="nl-NL" dirty="0" err="1"/>
              <a:t>method</a:t>
            </a:r>
            <a:endParaRPr lang="nl-NL" dirty="0"/>
          </a:p>
          <a:p>
            <a:pPr rtl="0"/>
            <a:r>
              <a:rPr lang="nl-NL" dirty="0"/>
              <a:t>SVD &lt;-&gt; PCA</a:t>
            </a:r>
          </a:p>
          <a:p>
            <a:pPr rtl="0"/>
            <a:r>
              <a:rPr lang="nl-NL" dirty="0"/>
              <a:t>SVD &lt;-&gt; EVD</a:t>
            </a:r>
          </a:p>
        </p:txBody>
      </p:sp>
    </p:spTree>
    <p:extLst>
      <p:ext uri="{BB962C8B-B14F-4D97-AF65-F5344CB8AC3E}">
        <p14:creationId xmlns:p14="http://schemas.microsoft.com/office/powerpoint/2010/main" val="341204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C5763-9508-3EE7-BD11-833D2417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E325C65A-AA8B-6F3B-DF2C-4BFB9258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descent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variable</a:t>
            </a:r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22D4AEA5-5137-861D-4C67-BB291C4D7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nl-NL" dirty="0" err="1"/>
              <a:t>Metaphore</a:t>
            </a:r>
            <a:r>
              <a:rPr lang="nl-NL" dirty="0"/>
              <a:t> </a:t>
            </a:r>
            <a:r>
              <a:rPr lang="nl-NL" dirty="0" err="1"/>
              <a:t>descending</a:t>
            </a:r>
            <a:r>
              <a:rPr lang="nl-NL" dirty="0"/>
              <a:t> a </a:t>
            </a:r>
            <a:r>
              <a:rPr lang="nl-NL" dirty="0" err="1"/>
              <a:t>hill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mist</a:t>
            </a:r>
          </a:p>
          <a:p>
            <a:pPr rtl="0"/>
            <a:r>
              <a:rPr lang="nl-NL" dirty="0" err="1"/>
              <a:t>Continous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differentiable</a:t>
            </a:r>
            <a:endParaRPr lang="nl-NL" dirty="0"/>
          </a:p>
          <a:p>
            <a:pPr rtl="0"/>
            <a:r>
              <a:rPr lang="nl-NL" dirty="0"/>
              <a:t>⍺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 </a:t>
            </a:r>
            <a:r>
              <a:rPr lang="nl-NL" dirty="0" err="1"/>
              <a:t>rate</a:t>
            </a:r>
            <a:endParaRPr lang="nl-NL" dirty="0"/>
          </a:p>
          <a:p>
            <a:pPr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4777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A7B9D-0ECC-081A-5BFD-744D6FA0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FB42BC19-1D2D-D528-D36A-0C1A0ACD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descent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variable</a:t>
            </a:r>
            <a:endParaRPr lang="nl-NL" dirty="0"/>
          </a:p>
        </p:txBody>
      </p:sp>
      <p:pic>
        <p:nvPicPr>
          <p:cNvPr id="7" name="Tijdelijke aanduiding voor inhoud 6" descr="Afbeelding met lijn, diagram, Perceel&#10;&#10;Door AI gegenereerde inhoud is mogelijk onjuist.">
            <a:extLst>
              <a:ext uri="{FF2B5EF4-FFF2-40B4-BE49-F238E27FC236}">
                <a16:creationId xmlns:a16="http://schemas.microsoft.com/office/drawing/2014/main" id="{A4CB45A8-CA57-9579-F1ED-027506C86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899" y="1930399"/>
            <a:ext cx="5667031" cy="3766065"/>
          </a:xfr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BE770B53-EAC7-8958-49B7-85BA1950E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759" y="5436973"/>
            <a:ext cx="4898171" cy="9552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09616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DA1C0-4362-6F24-BC0A-86DAF51D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F77FB218-3467-D7E5-DC08-39F46A43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 err="1"/>
              <a:t>Newton’s</a:t>
            </a:r>
            <a:r>
              <a:rPr lang="nl-NL" dirty="0"/>
              <a:t> </a:t>
            </a:r>
            <a:r>
              <a:rPr lang="nl-NL" dirty="0" err="1"/>
              <a:t>method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variable</a:t>
            </a:r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04CE60BF-E4BF-5F51-3160-8D6E0C40A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nl-NL" dirty="0" err="1"/>
              <a:t>Finds</a:t>
            </a:r>
            <a:r>
              <a:rPr lang="nl-NL" dirty="0"/>
              <a:t> zero’s of </a:t>
            </a:r>
            <a:r>
              <a:rPr lang="nl-NL" dirty="0" err="1"/>
              <a:t>function</a:t>
            </a:r>
            <a:endParaRPr lang="nl-NL" dirty="0"/>
          </a:p>
          <a:p>
            <a:pPr rtl="0"/>
            <a:r>
              <a:rPr lang="nl-NL" dirty="0" err="1"/>
              <a:t>Continous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differentiable</a:t>
            </a:r>
            <a:endParaRPr lang="nl-NL" dirty="0"/>
          </a:p>
          <a:p>
            <a:pPr rtl="0"/>
            <a:r>
              <a:rPr lang="nl-NL" dirty="0"/>
              <a:t>Method:</a:t>
            </a:r>
          </a:p>
          <a:p>
            <a:pPr lvl="1"/>
            <a:r>
              <a:rPr lang="nl-NL" dirty="0"/>
              <a:t>Start at a random point on </a:t>
            </a:r>
            <a:r>
              <a:rPr lang="nl-NL" dirty="0" err="1"/>
              <a:t>the</a:t>
            </a:r>
            <a:r>
              <a:rPr lang="nl-NL" dirty="0"/>
              <a:t> curve</a:t>
            </a:r>
          </a:p>
          <a:p>
            <a:pPr lvl="1"/>
            <a:r>
              <a:rPr lang="nl-NL" dirty="0" err="1"/>
              <a:t>Determine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tangent line at </a:t>
            </a:r>
            <a:r>
              <a:rPr lang="nl-NL" dirty="0" err="1"/>
              <a:t>that</a:t>
            </a:r>
            <a:r>
              <a:rPr lang="nl-NL" dirty="0"/>
              <a:t> point (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derivative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Determine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point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tangent line hits </a:t>
            </a:r>
            <a:r>
              <a:rPr lang="nl-NL" dirty="0" err="1"/>
              <a:t>the</a:t>
            </a:r>
            <a:r>
              <a:rPr lang="nl-NL" dirty="0"/>
              <a:t> X-</a:t>
            </a:r>
            <a:r>
              <a:rPr lang="nl-NL" dirty="0" err="1"/>
              <a:t>axis</a:t>
            </a:r>
            <a:endParaRPr lang="nl-NL" dirty="0"/>
          </a:p>
          <a:p>
            <a:pPr lvl="1"/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point found in </a:t>
            </a:r>
            <a:r>
              <a:rPr lang="nl-NL" dirty="0" err="1"/>
              <a:t>previous</a:t>
            </a:r>
            <a:r>
              <a:rPr lang="nl-NL" dirty="0"/>
              <a:t> step, continue </a:t>
            </a:r>
            <a:r>
              <a:rPr lang="nl-NL" dirty="0" err="1"/>
              <a:t>with</a:t>
            </a:r>
            <a:r>
              <a:rPr lang="nl-NL" dirty="0"/>
              <a:t> step, 2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change </a:t>
            </a:r>
            <a:r>
              <a:rPr lang="nl-NL" dirty="0" err="1"/>
              <a:t>significantly</a:t>
            </a:r>
            <a:r>
              <a:rPr lang="nl-NL" dirty="0"/>
              <a:t> </a:t>
            </a:r>
            <a:r>
              <a:rPr lang="nl-NL" dirty="0" err="1"/>
              <a:t>anymore</a:t>
            </a: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rtl="0"/>
            <a:endParaRPr lang="nl-NL" dirty="0"/>
          </a:p>
          <a:p>
            <a:pPr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9977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55BE-8E06-7DD6-AD0D-65274124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84B653F1-AD09-A905-9580-5CB8DFD2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nl-NL" dirty="0" err="1"/>
              <a:t>Newton’s</a:t>
            </a:r>
            <a:r>
              <a:rPr lang="nl-NL" dirty="0"/>
              <a:t> </a:t>
            </a:r>
            <a:r>
              <a:rPr lang="nl-NL" dirty="0" err="1"/>
              <a:t>method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variable</a:t>
            </a:r>
            <a:endParaRPr lang="nl-NL" dirty="0"/>
          </a:p>
        </p:txBody>
      </p:sp>
      <p:pic>
        <p:nvPicPr>
          <p:cNvPr id="6" name="Tijdelijke aanduiding voor inhoud 5" descr="Afbeelding met diagram, lijn, Perceel, helling&#10;&#10;Door AI gegenereerde inhoud is mogelijk onjuist.">
            <a:extLst>
              <a:ext uri="{FF2B5EF4-FFF2-40B4-BE49-F238E27FC236}">
                <a16:creationId xmlns:a16="http://schemas.microsoft.com/office/drawing/2014/main" id="{A78A9EAB-F291-D9F9-6ECA-85EF44F8D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399"/>
            <a:ext cx="5711109" cy="3795357"/>
          </a:xfr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38B70A17-ADB3-BB45-0A6C-59771AE01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775" y="5620264"/>
            <a:ext cx="6893785" cy="90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93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7D9E6-49EA-E82D-E813-412C967B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BA67028F-59E8-F801-CDBE-5AFBE432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 err="1"/>
              <a:t>Newton’s</a:t>
            </a:r>
            <a:r>
              <a:rPr lang="nl-NL" dirty="0"/>
              <a:t> </a:t>
            </a:r>
            <a:r>
              <a:rPr lang="nl-NL" dirty="0" err="1"/>
              <a:t>method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variable</a:t>
            </a:r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9EF56714-9765-B6BF-06A8-9BC65FC0D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 err="1"/>
              <a:t>Use</a:t>
            </a:r>
            <a:r>
              <a:rPr lang="nl-NL" dirty="0"/>
              <a:t> second </a:t>
            </a:r>
            <a:r>
              <a:rPr lang="nl-NL" dirty="0" err="1"/>
              <a:t>derivative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is minimum or maximum</a:t>
            </a:r>
          </a:p>
          <a:p>
            <a:pPr lvl="1"/>
            <a:r>
              <a:rPr lang="nl-NL" dirty="0"/>
              <a:t>f′′(x) &gt;0 ⇒f has a minimum at x</a:t>
            </a:r>
          </a:p>
          <a:p>
            <a:pPr lvl="1"/>
            <a:r>
              <a:rPr lang="nl-NL" dirty="0"/>
              <a:t>f′′(x) &lt;0 ⇒f has a maximum at x</a:t>
            </a:r>
          </a:p>
          <a:p>
            <a:pPr lvl="1"/>
            <a:r>
              <a:rPr lang="nl-NL" dirty="0"/>
              <a:t>f′′(x) = 0 ⇒</a:t>
            </a:r>
            <a:r>
              <a:rPr lang="nl-NL" dirty="0" err="1"/>
              <a:t>inconclusive</a:t>
            </a:r>
            <a:r>
              <a:rPr lang="nl-NL" dirty="0"/>
              <a:t>, </a:t>
            </a:r>
            <a:r>
              <a:rPr lang="nl-NL" dirty="0" err="1"/>
              <a:t>perhaps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inflection</a:t>
            </a:r>
            <a:r>
              <a:rPr lang="nl-NL" dirty="0"/>
              <a:t> point</a:t>
            </a:r>
          </a:p>
          <a:p>
            <a:pPr marL="457200" lvl="1" indent="0">
              <a:buNone/>
            </a:pP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rtl="0"/>
            <a:endParaRPr lang="nl-NL" dirty="0"/>
          </a:p>
          <a:p>
            <a:pPr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50453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088B-6F92-777D-6BD9-B360FCCD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7FAF6D00-5FBF-F0EC-F9B9-A3D5A055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nl-NL" dirty="0" err="1"/>
              <a:t>Functions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or more variables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dirty="0" err="1"/>
              <a:t>derivatives</a:t>
            </a:r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8A35F719-529A-E993-4EF9-93EFC8208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/>
              <a:t>Multiple variables in </a:t>
            </a:r>
            <a:r>
              <a:rPr lang="nl-NL" dirty="0" err="1"/>
              <a:t>function</a:t>
            </a:r>
            <a:endParaRPr lang="nl-NL" dirty="0"/>
          </a:p>
          <a:p>
            <a:pPr rtl="0"/>
            <a:r>
              <a:rPr lang="nl-NL" dirty="0"/>
              <a:t>Common in </a:t>
            </a:r>
            <a:r>
              <a:rPr lang="nl-NL" dirty="0" err="1"/>
              <a:t>machinelearning</a:t>
            </a:r>
            <a:endParaRPr lang="nl-NL" dirty="0"/>
          </a:p>
          <a:p>
            <a:pPr rtl="0"/>
            <a:r>
              <a:rPr lang="nl-NL" dirty="0" err="1"/>
              <a:t>Example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price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house</a:t>
            </a:r>
          </a:p>
          <a:p>
            <a:pPr lvl="1"/>
            <a:r>
              <a:rPr lang="nl-NL" dirty="0"/>
              <a:t>Floor area</a:t>
            </a:r>
          </a:p>
          <a:p>
            <a:pPr lvl="1"/>
            <a:r>
              <a:rPr lang="nl-NL" dirty="0" err="1"/>
              <a:t>Number</a:t>
            </a:r>
            <a:r>
              <a:rPr lang="nl-NL" dirty="0"/>
              <a:t> of shops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neighbourhood</a:t>
            </a: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rtl="0"/>
            <a:endParaRPr lang="nl-NL" dirty="0"/>
          </a:p>
          <a:p>
            <a:pPr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1138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50816-9211-2BBD-5033-C1E2FE49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69D6A848-5F97-6915-CA02-D334D492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nl-NL" dirty="0" err="1"/>
              <a:t>Functions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or more variables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dirty="0" err="1"/>
              <a:t>derivatives</a:t>
            </a:r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F8F3F7A-E9A3-D9CB-8028-4744C2B18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83" y="5976831"/>
            <a:ext cx="6457311" cy="543138"/>
          </a:xfrm>
          <a:prstGeom prst="rect">
            <a:avLst/>
          </a:prstGeom>
        </p:spPr>
      </p:pic>
      <p:pic>
        <p:nvPicPr>
          <p:cNvPr id="12" name="Tijdelijke aanduiding voor inhoud 11" descr="Afbeelding met diagram, lijn, ontwerp&#10;&#10;Door AI gegenereerde inhoud is mogelijk onjuist.">
            <a:extLst>
              <a:ext uri="{FF2B5EF4-FFF2-40B4-BE49-F238E27FC236}">
                <a16:creationId xmlns:a16="http://schemas.microsoft.com/office/drawing/2014/main" id="{0A32070E-CA07-372D-363E-B723B2E33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98" y="2044648"/>
            <a:ext cx="4552870" cy="3881437"/>
          </a:xfrm>
        </p:spPr>
      </p:pic>
    </p:spTree>
    <p:extLst>
      <p:ext uri="{BB962C8B-B14F-4D97-AF65-F5344CB8AC3E}">
        <p14:creationId xmlns:p14="http://schemas.microsoft.com/office/powerpoint/2010/main" val="84664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BDD7-75F4-4F00-D2FE-31C844953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8FFB27FB-AC27-DCAF-4096-54A886E4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nl-NL" dirty="0" err="1"/>
              <a:t>Functions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or more variables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dirty="0" err="1"/>
              <a:t>derivatives</a:t>
            </a:r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177395D0-014C-A297-6B10-D102FDDB4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 err="1"/>
              <a:t>Derivatives</a:t>
            </a:r>
            <a:r>
              <a:rPr lang="nl-NL" dirty="0"/>
              <a:t> are </a:t>
            </a:r>
            <a:r>
              <a:rPr lang="nl-NL" dirty="0" err="1"/>
              <a:t>with</a:t>
            </a:r>
            <a:r>
              <a:rPr lang="nl-NL" dirty="0"/>
              <a:t> respect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 err="1"/>
              <a:t>one</a:t>
            </a:r>
            <a:r>
              <a:rPr lang="nl-NL" dirty="0"/>
              <a:t> </a:t>
            </a:r>
            <a:r>
              <a:rPr lang="nl-NL" dirty="0" err="1"/>
              <a:t>variable</a:t>
            </a: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rtl="0"/>
            <a:endParaRPr lang="nl-NL" dirty="0"/>
          </a:p>
          <a:p>
            <a:pPr rtl="0"/>
            <a:endParaRPr lang="nl-NL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F7D2D4-7F4A-5474-9D37-C8D12DCFD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66" y="2652279"/>
            <a:ext cx="6672515" cy="226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82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088B-6F92-777D-6BD9-B360FCCD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7FAF6D00-5FBF-F0EC-F9B9-A3D5A055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descent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or more variables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8A35F719-529A-E993-4EF9-93EFC8208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/>
              <a:t>Same </a:t>
            </a:r>
            <a:r>
              <a:rPr lang="nl-NL" dirty="0" err="1"/>
              <a:t>metaphore</a:t>
            </a:r>
            <a:r>
              <a:rPr lang="nl-NL" dirty="0"/>
              <a:t> walk </a:t>
            </a:r>
            <a:r>
              <a:rPr lang="nl-NL" dirty="0" err="1"/>
              <a:t>to</a:t>
            </a:r>
            <a:r>
              <a:rPr lang="nl-NL" dirty="0"/>
              <a:t> west en </a:t>
            </a:r>
            <a:r>
              <a:rPr lang="nl-NL" dirty="0" err="1"/>
              <a:t>north</a:t>
            </a:r>
            <a:endParaRPr lang="nl-NL" dirty="0"/>
          </a:p>
          <a:p>
            <a:pPr rtl="0"/>
            <a:r>
              <a:rPr lang="nl-NL" dirty="0" err="1"/>
              <a:t>Gradient</a:t>
            </a:r>
            <a:r>
              <a:rPr lang="nl-NL" dirty="0"/>
              <a:t>:</a:t>
            </a:r>
          </a:p>
          <a:p>
            <a:pPr rtl="0"/>
            <a:endParaRPr lang="nl-NL" dirty="0"/>
          </a:p>
          <a:p>
            <a:pPr rtl="0"/>
            <a:endParaRPr lang="nl-NL" dirty="0"/>
          </a:p>
          <a:p>
            <a:pPr rtl="0"/>
            <a:r>
              <a:rPr lang="nl-NL" dirty="0"/>
              <a:t>Definition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rtl="0"/>
            <a:endParaRPr lang="nl-NL" dirty="0"/>
          </a:p>
          <a:p>
            <a:pPr rtl="0"/>
            <a:endParaRPr lang="nl-NL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FD08B2F8-610A-F73F-C529-BF57C8D0B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966" y="2985186"/>
            <a:ext cx="2912526" cy="887627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6E3D40AC-F57C-F152-C161-7635DC50F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477" y="4364948"/>
            <a:ext cx="5503288" cy="88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5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26E42-369B-6A90-982D-A4A1C594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DC41969D-91AD-EFCB-E9B8-66AA4136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nl-NL" dirty="0" err="1"/>
              <a:t>Hessian</a:t>
            </a:r>
            <a:r>
              <a:rPr lang="nl-NL" dirty="0"/>
              <a:t> matrix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2087D9F4-CD5D-2442-C57F-F54A53ECA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 err="1"/>
              <a:t>Two</a:t>
            </a:r>
            <a:r>
              <a:rPr lang="nl-NL" dirty="0"/>
              <a:t> variables:</a:t>
            </a:r>
          </a:p>
          <a:p>
            <a:pPr rtl="0"/>
            <a:endParaRPr lang="nl-NL" dirty="0"/>
          </a:p>
          <a:p>
            <a:pPr rtl="0"/>
            <a:endParaRPr lang="nl-NL" dirty="0"/>
          </a:p>
          <a:p>
            <a:pPr rtl="0"/>
            <a:r>
              <a:rPr lang="nl-NL" dirty="0"/>
              <a:t>General: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rtl="0"/>
            <a:endParaRPr lang="nl-NL" dirty="0"/>
          </a:p>
          <a:p>
            <a:pPr rtl="0"/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33F6EE2-74F9-7826-7B87-D56F9AFE1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092" y="2160589"/>
            <a:ext cx="3194908" cy="1307008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9407E2C6-27E1-C2CF-E42B-EB1FD57FF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589" y="3896669"/>
            <a:ext cx="4346586" cy="281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18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9EECC-2964-3251-FEED-9F4225EE4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>
            <a:extLst>
              <a:ext uri="{FF2B5EF4-FFF2-40B4-BE49-F238E27FC236}">
                <a16:creationId xmlns:a16="http://schemas.microsoft.com/office/drawing/2014/main" id="{AFEEA496-A86C-AD04-36CF-7D8593FF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nl-NL" dirty="0" err="1"/>
              <a:t>Hessian</a:t>
            </a:r>
            <a:r>
              <a:rPr lang="nl-NL" dirty="0"/>
              <a:t> matrix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FB870C5A-63EF-BBF0-F0C4-F634A49B1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 err="1"/>
              <a:t>Symmetric</a:t>
            </a:r>
            <a:endParaRPr lang="nl-NL" dirty="0"/>
          </a:p>
          <a:p>
            <a:pPr lvl="1"/>
            <a:r>
              <a:rPr lang="nl-NL" dirty="0" err="1"/>
              <a:t>Clairaut’s</a:t>
            </a:r>
            <a:r>
              <a:rPr lang="nl-NL" dirty="0"/>
              <a:t> </a:t>
            </a:r>
            <a:r>
              <a:rPr lang="nl-NL" dirty="0" err="1"/>
              <a:t>theorem</a:t>
            </a:r>
            <a:endParaRPr lang="nl-NL" dirty="0"/>
          </a:p>
          <a:p>
            <a:pPr lvl="1"/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smooth</a:t>
            </a:r>
            <a:r>
              <a:rPr lang="nl-NL" dirty="0"/>
              <a:t> </a:t>
            </a:r>
            <a:r>
              <a:rPr lang="nl-NL" dirty="0" err="1"/>
              <a:t>functions</a:t>
            </a:r>
            <a:endParaRPr lang="nl-NL" dirty="0"/>
          </a:p>
          <a:p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become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large (&gt;1.000.000.000 parameters) n</a:t>
            </a:r>
            <a:r>
              <a:rPr lang="nl-NL" baseline="30000" dirty="0"/>
              <a:t>2</a:t>
            </a:r>
            <a:endParaRPr lang="nl-NL" dirty="0"/>
          </a:p>
          <a:p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methods</a:t>
            </a:r>
            <a:r>
              <a:rPr lang="nl-NL" dirty="0"/>
              <a:t> like BFGS</a:t>
            </a:r>
          </a:p>
          <a:p>
            <a:r>
              <a:rPr lang="nl-NL" dirty="0" err="1"/>
              <a:t>Local</a:t>
            </a:r>
            <a:r>
              <a:rPr lang="nl-NL" dirty="0"/>
              <a:t> minima, maxima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saddle</a:t>
            </a:r>
            <a:r>
              <a:rPr lang="nl-NL" dirty="0"/>
              <a:t> points (</a:t>
            </a:r>
            <a:r>
              <a:rPr lang="nl-NL" dirty="0" err="1"/>
              <a:t>neither</a:t>
            </a:r>
            <a:r>
              <a:rPr lang="nl-NL" dirty="0"/>
              <a:t> max nor min)</a:t>
            </a:r>
            <a:endParaRPr lang="nl-NL" baseline="30000" dirty="0"/>
          </a:p>
          <a:p>
            <a:pPr marL="0" indent="0" rtl="0">
              <a:buNone/>
            </a:pP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rtl="0"/>
            <a:endParaRPr lang="nl-NL" dirty="0"/>
          </a:p>
          <a:p>
            <a:pPr rtl="0"/>
            <a:endParaRPr lang="nl-NL" dirty="0"/>
          </a:p>
        </p:txBody>
      </p:sp>
      <p:pic>
        <p:nvPicPr>
          <p:cNvPr id="3" name="Afbeelding 2" descr="Afbeelding met schets, tekening, ontwerp, kunst&#10;&#10;Door AI gegenereerde inhoud is mogelijk onjuist.">
            <a:extLst>
              <a:ext uri="{FF2B5EF4-FFF2-40B4-BE49-F238E27FC236}">
                <a16:creationId xmlns:a16="http://schemas.microsoft.com/office/drawing/2014/main" id="{C84C40B3-94F4-F62B-4543-8B8D4ABE9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659" y="4534930"/>
            <a:ext cx="3390123" cy="25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47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/>
              <a:t>Indeling van titel en inhoud met grafiek</a:t>
            </a:r>
          </a:p>
        </p:txBody>
      </p:sp>
      <p:graphicFrame>
        <p:nvGraphicFramePr>
          <p:cNvPr id="9" name="Tijdelijke aanduiding voor inhoud 2" descr="Gegroepeerd kolomdiagram met de waarden van 3 reeksen voor 4 categorieën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276880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4825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/>
              <a:t>Indeling van inhoud van twee met tabel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r>
              <a:rPr lang="nl-NL" dirty="0"/>
              <a:t>Eerste opsommingsteken hier</a:t>
            </a:r>
          </a:p>
          <a:p>
            <a:pPr rtl="0"/>
            <a:r>
              <a:rPr lang="nl-NL" dirty="0"/>
              <a:t>Tweede opsommingsteken hier</a:t>
            </a:r>
          </a:p>
          <a:p>
            <a:pPr rtl="0"/>
            <a:r>
              <a:rPr lang="nl-NL" dirty="0"/>
              <a:t>Derde opsommingsteken hier</a:t>
            </a:r>
          </a:p>
        </p:txBody>
      </p:sp>
      <p:graphicFrame>
        <p:nvGraphicFramePr>
          <p:cNvPr id="12" name="Tijdelijke aanduiding voor inhoud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48714968"/>
              </p:ext>
            </p:extLst>
          </p:nvPr>
        </p:nvGraphicFramePr>
        <p:xfrm>
          <a:off x="5089525" y="2160588"/>
          <a:ext cx="4184650" cy="388143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94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056">
                <a:tc>
                  <a:txBody>
                    <a:bodyPr/>
                    <a:lstStyle/>
                    <a:p>
                      <a:pPr rtl="0"/>
                      <a:r>
                        <a:rPr lang="nl-NL" noProof="0" dirty="0"/>
                        <a:t>Klasse</a:t>
                      </a:r>
                    </a:p>
                  </a:txBody>
                  <a:tcPr marL="85141" marR="8514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noProof="0" dirty="0"/>
                        <a:t>Groep 1</a:t>
                      </a:r>
                    </a:p>
                  </a:txBody>
                  <a:tcPr marL="85141" marR="8514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noProof="0" dirty="0"/>
                        <a:t>Groep 2</a:t>
                      </a:r>
                    </a:p>
                  </a:txBody>
                  <a:tcPr marL="85141" marR="8514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056">
                <a:tc>
                  <a:txBody>
                    <a:bodyPr/>
                    <a:lstStyle/>
                    <a:p>
                      <a:pPr rtl="0"/>
                      <a:r>
                        <a:rPr lang="nl-NL" noProof="0" dirty="0"/>
                        <a:t>Klasse 1</a:t>
                      </a:r>
                    </a:p>
                  </a:txBody>
                  <a:tcPr marL="85141" marR="8514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noProof="0" dirty="0"/>
                        <a:t>82</a:t>
                      </a:r>
                    </a:p>
                  </a:txBody>
                  <a:tcPr marL="85141" marR="8514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noProof="0" dirty="0"/>
                        <a:t>95</a:t>
                      </a:r>
                    </a:p>
                  </a:txBody>
                  <a:tcPr marL="85141" marR="8514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056">
                <a:tc>
                  <a:txBody>
                    <a:bodyPr/>
                    <a:lstStyle/>
                    <a:p>
                      <a:pPr rtl="0"/>
                      <a:r>
                        <a:rPr lang="nl-NL" noProof="0" dirty="0"/>
                        <a:t>Klasse 2</a:t>
                      </a:r>
                    </a:p>
                  </a:txBody>
                  <a:tcPr marL="85141" marR="8514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noProof="0" dirty="0"/>
                        <a:t>76</a:t>
                      </a:r>
                    </a:p>
                  </a:txBody>
                  <a:tcPr marL="85141" marR="8514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noProof="0" dirty="0"/>
                        <a:t>88</a:t>
                      </a:r>
                    </a:p>
                  </a:txBody>
                  <a:tcPr marL="85141" marR="8514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056">
                <a:tc>
                  <a:txBody>
                    <a:bodyPr/>
                    <a:lstStyle/>
                    <a:p>
                      <a:pPr rtl="0"/>
                      <a:r>
                        <a:rPr lang="nl-NL" noProof="0" dirty="0"/>
                        <a:t>Klasse 3</a:t>
                      </a:r>
                    </a:p>
                  </a:txBody>
                  <a:tcPr marL="85141" marR="8514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noProof="0" dirty="0"/>
                        <a:t>84</a:t>
                      </a:r>
                    </a:p>
                  </a:txBody>
                  <a:tcPr marL="85141" marR="8514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nl-NL" noProof="0" dirty="0"/>
                        <a:t>90</a:t>
                      </a:r>
                    </a:p>
                  </a:txBody>
                  <a:tcPr marL="85141" marR="8514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70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nl-NL" dirty="0"/>
              <a:t>Indeling van titel en inhoud met </a:t>
            </a:r>
            <a:r>
              <a:rPr lang="nl-NL" dirty="0" err="1"/>
              <a:t>SmartArt</a:t>
            </a:r>
            <a:endParaRPr lang="nl-NL" dirty="0"/>
          </a:p>
        </p:txBody>
      </p:sp>
      <p:graphicFrame>
        <p:nvGraphicFramePr>
          <p:cNvPr id="8" name="Tijdelijke aanduiding voor inhoud 2" descr="Trapeziumlijst met 4 groepen die van links naar rechts zijn gerangschikt met taakbeschrijvingen onder elke groe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0096164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969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dirty="0"/>
              <a:t>Voeg een </a:t>
            </a:r>
            <a:r>
              <a:rPr lang="nl-NL" dirty="0" err="1"/>
              <a:t>diatitel</a:t>
            </a:r>
            <a:r>
              <a:rPr lang="nl-NL" dirty="0"/>
              <a:t> toe - 1</a:t>
            </a:r>
          </a:p>
        </p:txBody>
      </p:sp>
      <p:sp>
        <p:nvSpPr>
          <p:cNvPr id="14" name="Tijdelijke aanduiding voor tekst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079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dirty="0"/>
              <a:t>Voeg een </a:t>
            </a:r>
            <a:r>
              <a:rPr lang="nl-NL" dirty="0" err="1"/>
              <a:t>diatitel</a:t>
            </a:r>
            <a:r>
              <a:rPr lang="nl-NL" dirty="0"/>
              <a:t> toe - 2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8830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dirty="0"/>
              <a:t>Voeg een </a:t>
            </a:r>
            <a:r>
              <a:rPr lang="nl-NL" dirty="0" err="1"/>
              <a:t>diatitel</a:t>
            </a:r>
            <a:r>
              <a:rPr lang="nl-NL" dirty="0"/>
              <a:t> toe - 3</a:t>
            </a:r>
          </a:p>
        </p:txBody>
      </p:sp>
    </p:spTree>
    <p:extLst>
      <p:ext uri="{BB962C8B-B14F-4D97-AF65-F5344CB8AC3E}">
        <p14:creationId xmlns:p14="http://schemas.microsoft.com/office/powerpoint/2010/main" val="290246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64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dirty="0"/>
              <a:t>Voeg een </a:t>
            </a:r>
            <a:r>
              <a:rPr lang="nl-NL" dirty="0" err="1"/>
              <a:t>diatitel</a:t>
            </a:r>
            <a:r>
              <a:rPr lang="nl-NL" dirty="0"/>
              <a:t> toe - 4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5743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dirty="0"/>
              <a:t>Voeg een </a:t>
            </a:r>
            <a:r>
              <a:rPr lang="nl-NL" dirty="0" err="1"/>
              <a:t>diatitel</a:t>
            </a:r>
            <a:r>
              <a:rPr lang="nl-NL" dirty="0"/>
              <a:t> toe - 5</a:t>
            </a:r>
          </a:p>
        </p:txBody>
      </p:sp>
      <p:sp>
        <p:nvSpPr>
          <p:cNvPr id="3" name="Tijdelijke aanduiding voor afbeelding 2" descr="Een lege tijdelijke aanduiding om een afbeelding toe te voegen. Klik op de tijdelijke aanduiding en selecteer de afbeelding die u wilt toevoegen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419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-thema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1104</TotalTime>
  <Words>433</Words>
  <Application>Microsoft Macintosh PowerPoint</Application>
  <PresentationFormat>Breedbeeld</PresentationFormat>
  <Paragraphs>145</Paragraphs>
  <Slides>23</Slides>
  <Notes>23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8" baseType="lpstr">
      <vt:lpstr>Arial</vt:lpstr>
      <vt:lpstr>Calibri</vt:lpstr>
      <vt:lpstr>Trebuchet MS</vt:lpstr>
      <vt:lpstr>Wingdings 3</vt:lpstr>
      <vt:lpstr>Facet</vt:lpstr>
      <vt:lpstr>Newton’s method vs Gradient descent &amp; SVD in PCA</vt:lpstr>
      <vt:lpstr>Contents</vt:lpstr>
      <vt:lpstr>Introduction</vt:lpstr>
      <vt:lpstr>Gradient descent with one variable</vt:lpstr>
      <vt:lpstr>Gradient descent with one variable</vt:lpstr>
      <vt:lpstr>Newton’s method with one variable</vt:lpstr>
      <vt:lpstr>Newton’s method with one variable</vt:lpstr>
      <vt:lpstr>Newton’s method with one variable</vt:lpstr>
      <vt:lpstr>Functions with two or more variables and their derivatives</vt:lpstr>
      <vt:lpstr>Functions with two or more variables and their derivatives</vt:lpstr>
      <vt:lpstr>Functions with two or more variables and their derivatives</vt:lpstr>
      <vt:lpstr>Gradient descent with two or more variables</vt:lpstr>
      <vt:lpstr>Hessian matrix</vt:lpstr>
      <vt:lpstr>Hessian matrix</vt:lpstr>
      <vt:lpstr>Indeling van titel en inhoud met grafiek</vt:lpstr>
      <vt:lpstr>Indeling van inhoud van twee met tabel</vt:lpstr>
      <vt:lpstr>Indeling van titel en inhoud met SmartArt</vt:lpstr>
      <vt:lpstr>Voeg een diatitel toe - 1</vt:lpstr>
      <vt:lpstr>Voeg een diatitel toe - 2</vt:lpstr>
      <vt:lpstr>Voeg een diatitel toe - 3</vt:lpstr>
      <vt:lpstr>PowerPoint-presentatie</vt:lpstr>
      <vt:lpstr>Voeg een diatitel toe - 4</vt:lpstr>
      <vt:lpstr>Voeg een diatitel toe - 5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Titelindeling</dc:title>
  <dc:creator>John Stegink</dc:creator>
  <cp:lastModifiedBy>John Stegink</cp:lastModifiedBy>
  <cp:revision>10</cp:revision>
  <dcterms:created xsi:type="dcterms:W3CDTF">2025-11-15T10:00:46Z</dcterms:created>
  <dcterms:modified xsi:type="dcterms:W3CDTF">2025-11-15T11:23:18Z</dcterms:modified>
</cp:coreProperties>
</file>